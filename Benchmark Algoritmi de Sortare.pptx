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848650-6EC9-40EE-A71E-01706D459445}">
  <a:tblStyle styleId="{DD848650-6EC9-40EE-A71E-01706D45944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7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36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4450" y="1687859"/>
            <a:ext cx="19431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685573" y="2345084"/>
            <a:ext cx="6820852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Benchmark Sortare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476625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Vizualizarea și Analiza Performanței Algoritmilor în Python folosind Biblioteca Pygame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724400" y="4912816"/>
            <a:ext cx="274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Realizat de: Molnar Razvan &amp; Roman Denis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52863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86012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14400" y="3414712"/>
            <a:ext cx="48306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Vizualizare Interactivă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4005262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Reprezentarea grafică a procesului de sortare prin bare dinamice, evidențiind în timp real comparațiile (verde) și interschimbările (roșu) elementelor.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3414712"/>
            <a:ext cx="48306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Analiză Comparativă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4005262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Colectarea metricilor de performanță pentru algoritmi fundamentali (Bubble, Insertion, Quick Sort) pe seturi de date de dimensiuni variabile (N=10-150).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76537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7765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Obiectivele Proiectului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3612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3612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3612"/>
            <a:ext cx="3492549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14400" y="3262312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Python 3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14400" y="38528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Limbajul de bază utilizat pentru implementarea logicii algoritmilor și managementul structurilor de date tip listă.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92699" y="3262312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Pygame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92699" y="38528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Engine-ul grafic responsabil pentru randarea ferestrei, desenarea barelor și capturarea evenimentelor de la tastatură.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70999" y="3262312"/>
            <a:ext cx="2947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Math &amp; Time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70999" y="3852862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Module interne pentru calculele dinamice de scalare a interfeței și monitorizarea precisă a timpului de execuție.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614612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624137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624137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Tehnologii Utilizate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6412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85937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334125" y="23669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Managementul Stării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334125" y="295751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Clasa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InfoDesenare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centralizează toate datele esențiale: padding, dimensiunile ferestrei și metricile active. Aceasta asigură o scalare dinamică a barelor indiferent de mărimea listei (N), menținând o vizibilitate optimă.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43672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Utilizarea culorilor RGB personalizate (GRI_URI) oferă un aspect profesional, în timp ce obiectul font permite randarea statisticilor în timp real.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Arhitectura: InfoDesenare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97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24812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Eficiență prin Simplitate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30718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Algoritmul „bubuie” cel mai mare element spre finalul listei prin comparații adiacente repetate.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00125" y="38719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Complexitate: O(n²)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00125" y="4367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Ideal pentru scopuri didactice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00125" y="48625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Vizualizare clară a interschimbărilor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100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053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006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Algoritm 1: Bubble Sort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4125" y="2149013"/>
            <a:ext cx="4784375" cy="37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2619375" y="2547937"/>
            <a:ext cx="7762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Sortare Incrementală: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Construiește lista sortată un element la rând, inserându-l pe cel curent în poziția corectă față de elementele deja procesate.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2619375" y="3348037"/>
            <a:ext cx="7762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Performanță Adaptivă: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Deși are o complexitate medie de O(n²), este extrem de eficient pe seturi de date mici sau liste parțial sortate.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2619375" y="4148137"/>
            <a:ext cx="7762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Implementare: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Utilizează un loop interior `while` care deplasează elementele mai mari spre dreapta pentru a face loc elementului curent.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2619375" y="4948237"/>
            <a:ext cx="7762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Vizualizare: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Evidențiază elementul care „călătorește” spre stânga până la destinația finală.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25860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0750" y="33861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0750" y="41862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0750" y="49863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Algoritm 2: Insertion Sort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10287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Quick Sort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2009775"/>
            <a:ext cx="52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27432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Cel mai avansat algoritm inclus în benchmark, utilizând recursivitatea pentru a partitiona lista în jurul unui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pivot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37338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Complexitatea sa medie de O(n log n) îl face semnificativ mai rapid decât metodele anterioare pe seturi mari de date.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000125" y="468630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Eficiență computațională ridicată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00125" y="5181600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Structură recursivă optimizată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24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19700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957637"/>
            <a:ext cx="2547937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3957637"/>
            <a:ext cx="2547937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910137"/>
            <a:ext cx="2547937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3209925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3+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4352925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Statistici Live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334125" y="216693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Ce măsurăm?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334125" y="27574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Pentru a oferi un benchmark obiectiv, aplicația urmărește trei indicatori fundamentali care sunt actualizați la fiecare pas al animației: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Metrici de Monitorizare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" name="Google Shape;200;p21"/>
          <p:cNvGraphicFramePr/>
          <p:nvPr/>
        </p:nvGraphicFramePr>
        <p:xfrm>
          <a:off x="571500" y="2171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{DD848650-6EC9-40EE-A71E-01706D459445}</a:tableStyleId>
              </a:tblPr>
              <a:tblGrid>
                <a:gridCol w="1900375"/>
                <a:gridCol w="6956825"/>
                <a:gridCol w="2191800"/>
              </a:tblGrid>
              <a:tr h="5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Tastă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Acțiune / Funcționalitate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Resetare listă (generare numere noi)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Oricând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Start Algoritm selectat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 / I / 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Schimbă: Bubble / Insertion / Quick Sort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/ 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Ordine: Ascendent / Descendent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SĂGEȚI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Modifică mărimea listei (N ± 10)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1"/>
          <p:cNvSpPr/>
          <p:nvPr/>
        </p:nvSpPr>
        <p:spPr>
          <a:xfrm>
            <a:off x="571500" y="3348037"/>
            <a:ext cx="190038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471886" y="3348037"/>
            <a:ext cx="695682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9428708" y="3348037"/>
            <a:ext cx="219179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3919537"/>
            <a:ext cx="190038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471886" y="3919537"/>
            <a:ext cx="695682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9428708" y="3919537"/>
            <a:ext cx="219179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71500" y="4500562"/>
            <a:ext cx="190038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471886" y="4500562"/>
            <a:ext cx="695682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9428708" y="4500562"/>
            <a:ext cx="219179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5072062"/>
            <a:ext cx="190038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471886" y="5072062"/>
            <a:ext cx="695682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9428708" y="5072062"/>
            <a:ext cx="219179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71500" y="5653087"/>
            <a:ext cx="190038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471886" y="5653087"/>
            <a:ext cx="695682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9428708" y="5653087"/>
            <a:ext cx="219179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Controlul Utilizatorului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71500" y="4614862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*Date estimate bazate pe testele rulate în benchmark. Quick Sort demonstrează o eficiență de peste 7x față de Bubble Sort pe un set de 100 de elemente.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Comparație Eficiență (N=100)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0700"/>
            <a:ext cx="53816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790700"/>
            <a:ext cx="53816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571500" y="5553075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Meniu comenzi și metrici live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238875" y="5553075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Scalare adaptivă a barelor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34375" y="1800225"/>
            <a:ext cx="11906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Interfața Grafică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4313" y="1790700"/>
            <a:ext cx="4781004" cy="361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4425" y="1790700"/>
            <a:ext cx="4781000" cy="3594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/>
          <p:nvPr/>
        </p:nvSpPr>
        <p:spPr>
          <a:xfrm>
            <a:off x="571500" y="225563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71500" y="304040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71500" y="382518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71500" y="30308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71500" y="30308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71500" y="38156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71500" y="38156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71500" y="46004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71500" y="46004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5" name="Google Shape;2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14192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1666875" y="239851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https://img.freepik.com/premium-photo/python-code-dark-theme-ide-monitor-screen_480058-394.jpg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666875" y="264422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258" name="Google Shape;25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898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1666875" y="318328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https://miro.medium.com/v2/resize:fit:1200/1*R_r0K-KItsM96yjrXJAjgg.png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1666875" y="342900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261" name="Google Shape;26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4603"/>
            <a:ext cx="21050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1666875" y="396805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https://editor.analyticsvidhya.com/uploads/23452DV.png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1666875" y="421377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www.analyticsvidhya.com</a:t>
            </a:r>
            <a:endParaRPr/>
          </a:p>
        </p:txBody>
      </p:sp>
      <p:pic>
        <p:nvPicPr>
          <p:cNvPr descr="image.png" id="264" name="Google Shape;2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58494"/>
            <a:ext cx="16002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1666875" y="475282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https://www.denovers.com/_next/image?url=https%3A%2F%2Fcdn.sanity.io%2Fimages%2Fw43feo7g%2Fproduction%2Ffe5c6fc45f383ac257e9d80ae97fefc6c834f9b2-1600x800.webp%3Ffit%3Dmax%26auto%3Dformat&amp;w=1600&amp;q=75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1666875" y="519663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www.denovers.com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